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Welcome to TwoPixel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400" dirty="0">
                <a:solidFill>
                  <a:srgbClr val="363636"/>
                </a:solidFill>
              </a:rPr>
              <a:t>Fast</a:t>
            </a:r>
            <a:pPr algn="l" marL="342900" indent="-342900">
              <a:buSzPct val="100000"/>
              <a:buChar char="•"/>
            </a:pPr>
            <a:r>
              <a:rPr lang="en-US" sz="2400" dirty="0">
                <a:solidFill>
                  <a:srgbClr val="363636"/>
                </a:solidFill>
              </a:rPr>
              <a:t>Secure</a:t>
            </a:r>
            <a:pPr algn="l" marL="342900" indent="-342900">
              <a:buSzPct val="100000"/>
              <a:buChar char="•"/>
            </a:pPr>
            <a:r>
              <a:rPr lang="en-US" sz="2400" dirty="0">
                <a:solidFill>
                  <a:srgbClr val="363636"/>
                </a:solidFill>
              </a:rPr>
              <a:t>AI-Powered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400" dirty="0">
                <a:solidFill>
                  <a:srgbClr val="363636"/>
                </a:solidFill>
              </a:rPr>
              <a:t>Step 1</a:t>
            </a:r>
            <a:pPr algn="l" marL="342900" indent="-342900">
              <a:buSzPct val="100000"/>
              <a:buChar char="•"/>
            </a:pPr>
            <a:r>
              <a:rPr lang="en-US" sz="2400" dirty="0">
                <a:solidFill>
                  <a:srgbClr val="363636"/>
                </a:solidFill>
              </a:rPr>
              <a:t>Step 2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PptxGenJS</dc:creator>
  <cp:lastModifiedBy>PptxGenJS</cp:lastModifiedBy>
  <cp:revision>1</cp:revision>
  <dcterms:created xsi:type="dcterms:W3CDTF">2026-03-31T09:05:17Z</dcterms:created>
  <dcterms:modified xsi:type="dcterms:W3CDTF">2026-03-31T09:05:17Z</dcterms:modified>
</cp:coreProperties>
</file>